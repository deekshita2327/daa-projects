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13: 0/1 Knapsack using Branch and 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DAA Macro Project – Unit V</a:t>
            </a:r>
          </a:p>
          <a:p>
            <a:pPr>
              <a:defRPr sz="2400"/>
            </a:pPr>
            <a:r>
              <a:t>Java implementation with bounding and pruning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Capacity = 10</a:t>
            </a:r>
          </a:p>
          <a:p>
            <a:pPr>
              <a:defRPr sz="2400"/>
            </a:pPr>
            <a:r>
              <a:t>Items: (2,3), (3,4), (4,5), (5,6)</a:t>
            </a:r>
          </a:p>
          <a:p>
            <a:pPr>
              <a:defRPr sz="2400"/>
            </a:pPr>
            <a:r>
              <a:t>Goal: maximize profit without exceeding capacity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and Bound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include/exclude branches.</a:t>
            </a:r>
          </a:p>
          <a:p>
            <a:pPr>
              <a:defRPr sz="2400"/>
            </a:pPr>
            <a:r>
              <a:t>Calculate an optimistic upper bound at each node.</a:t>
            </a:r>
          </a:p>
          <a:p>
            <a:pPr>
              <a:defRPr sz="2400"/>
            </a:pPr>
            <a:r>
              <a:t>Prune nodes that cannot improve the current best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remaining items in decreasing profit/weight ratio.</a:t>
            </a:r>
          </a:p>
          <a:p>
            <a:pPr>
              <a:defRPr sz="2400"/>
            </a:pPr>
            <a:r>
              <a:t>Take complete items while possible.</a:t>
            </a:r>
          </a:p>
          <a:p>
            <a:pPr>
              <a:defRPr sz="2400"/>
            </a:pPr>
            <a:r>
              <a:t>Use a fractional part only for the upper bound.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tree displays weight, current profit and bound.</a:t>
            </a:r>
          </a:p>
          <a:p>
            <a:pPr>
              <a:defRPr sz="2400"/>
            </a:pPr>
            <a:r>
              <a:t>Pruned branches are identified.</a:t>
            </a:r>
          </a:p>
          <a:p>
            <a:pPr>
              <a:defRPr sz="2400"/>
            </a:pPr>
            <a:r>
              <a:t>The optimal node gives profit 13 with weight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and 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Maximum Profit: 13</a:t>
            </a:r>
          </a:p>
          <a:p>
            <a:pPr>
              <a:defRPr sz="2400"/>
            </a:pPr>
            <a:r>
              <a:t>Selected Items: 1, 2, 4</a:t>
            </a:r>
          </a:p>
          <a:p>
            <a:pPr>
              <a:defRPr sz="2400"/>
            </a:pPr>
            <a:r>
              <a:t>Learned bounding, pruning and state-space tree exploration.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Branch-and-Bound Tree Visualization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4908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