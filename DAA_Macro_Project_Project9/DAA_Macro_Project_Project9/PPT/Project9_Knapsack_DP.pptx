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0/1 Knapsack using Dynamic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DAA Macro Project – Unit III, Project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Select a subset of items to maximize total profit.</a:t>
            </a:r>
          </a:p>
          <a:p>
            <a:pPr>
              <a:defRPr sz="2200"/>
            </a:pPr>
            <a:r>
              <a:t>Each item can be selected at most once.</a:t>
            </a:r>
          </a:p>
          <a:p>
            <a:pPr>
              <a:defRPr sz="2200"/>
            </a:pPr>
            <a:r>
              <a:t>Knapsack capacity = 10.</a:t>
            </a:r>
          </a:p>
          <a:p>
            <a:pPr>
              <a:defRPr sz="2200"/>
            </a:pPr>
            <a:r>
              <a:t>The project uses 4 items with given weights and profits.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and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Item 1: weight 2, profit 3</a:t>
            </a:r>
          </a:p>
          <a:p>
            <a:pPr>
              <a:defRPr sz="2200"/>
            </a:pPr>
            <a:r>
              <a:t>Item 2: weight 3, profit 4</a:t>
            </a:r>
          </a:p>
          <a:p>
            <a:pPr>
              <a:defRPr sz="2200"/>
            </a:pPr>
            <a:r>
              <a:t>Item 3: weight 4, profit 5</a:t>
            </a:r>
          </a:p>
          <a:p>
            <a:pPr>
              <a:defRPr sz="2200"/>
            </a:pPr>
            <a:r>
              <a:t>Item 4: weight 5, profit 6</a:t>
            </a:r>
          </a:p>
          <a:p>
            <a:pPr>
              <a:defRPr sz="2200"/>
            </a:pPr>
            <a:r>
              <a:t>Find the maximum profit without exceeding capacity 10.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Programming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Create dp[i][w] for the first i items and capacity w.</a:t>
            </a:r>
          </a:p>
          <a:p>
            <a:pPr>
              <a:defRPr sz="2200"/>
            </a:pPr>
            <a:r>
              <a:t>For each item, choose between including and excluding it.</a:t>
            </a:r>
          </a:p>
          <a:p>
            <a:pPr>
              <a:defRPr sz="2200"/>
            </a:pPr>
            <a:r>
              <a:t>Store the better result in the DP table.</a:t>
            </a:r>
          </a:p>
          <a:p>
            <a:pPr>
              <a:defRPr sz="2200"/>
            </a:pPr>
            <a:r>
              <a:t>Trace the final table to identify selected items.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 Table Visualization</a:t>
            </a:r>
          </a:p>
        </p:txBody>
      </p:sp>
      <p:pic>
        <p:nvPicPr>
          <p:cNvPr id="3" name="Picture 2" descr="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881360" cy="5438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and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Maximum Profit = 13</a:t>
            </a:r>
          </a:p>
          <a:p>
            <a:pPr>
              <a:defRPr sz="2200"/>
            </a:pPr>
            <a:r>
              <a:t>Selected Items = 1, 2, 4</a:t>
            </a:r>
          </a:p>
          <a:p>
            <a:pPr>
              <a:defRPr sz="2200"/>
            </a:pPr>
            <a:r>
              <a:t>Total Weight = 10</a:t>
            </a:r>
          </a:p>
          <a:p>
            <a:pPr>
              <a:defRPr sz="2200"/>
            </a:pPr>
            <a:r>
              <a:t>Time Complexity: O(n × W)</a:t>
            </a:r>
          </a:p>
          <a:p>
            <a:pPr>
              <a:defRPr sz="2200"/>
            </a:pPr>
            <a:r>
              <a:t>Space Complexity: O(n × 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Understood the 0/1 Knapsack Dynamic Programming technique.</a:t>
            </a:r>
          </a:p>
          <a:p>
            <a:pPr>
              <a:defRPr sz="2200"/>
            </a:pPr>
            <a:r>
              <a:t>Learned how a DP table represents smaller subproblems.</a:t>
            </a:r>
          </a:p>
          <a:p>
            <a:pPr>
              <a:defRPr sz="2200"/>
            </a:pPr>
            <a:r>
              <a:t>Understood inclusion/exclusion decisions.</a:t>
            </a:r>
          </a:p>
          <a:p>
            <a:pPr>
              <a:defRPr sz="2200"/>
            </a:pPr>
            <a:r>
              <a:t>Practiced algorithm documentation and visualization.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