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DAA Macro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Unit IV – Backtracking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N-Queens Problem</a:t>
            </a:r>
          </a:p>
          <a:p>
            <a:pPr algn="ctr">
              <a:defRPr sz="2400"/>
            </a:pPr>
            <a:r>
              <a:t>State Space Tree using Backtracking (N = 4)</a:t>
            </a:r>
          </a:p>
          <a:p>
            <a:pPr algn="ctr">
              <a:defRPr sz="2000"/>
            </a:pPr>
            <a:r>
              <a:t>Project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Place N queens on an N × N chessboard so that no two queens attack each other.</a:t>
            </a:r>
          </a:p>
          <a:p>
            <a:pPr>
              <a:spcAft>
                <a:spcPts val="1200"/>
              </a:spcAft>
              <a:defRPr sz="2100"/>
            </a:pPr>
            <a:r>
              <a:t>No two queens may be in the same row, column, or diagonal.</a:t>
            </a:r>
          </a:p>
          <a:p>
            <a:pPr>
              <a:spcAft>
                <a:spcPts val="1200"/>
              </a:spcAft>
              <a:defRPr sz="2100"/>
            </a:pPr>
            <a:r>
              <a:t>For this project, N = 4.</a:t>
            </a:r>
          </a:p>
          <a:p>
            <a:pPr>
              <a:spcAft>
                <a:spcPts val="1200"/>
              </a:spcAft>
              <a:defRPr sz="2100"/>
            </a:pPr>
            <a:r>
              <a:t>Backtracking systematically explores possible placements and abandons invalid branches.</a:t>
            </a:r>
          </a:p>
          <a:p>
            <a:pPr>
              <a:spcAft>
                <a:spcPts val="1200"/>
              </a:spcAft>
              <a:defRPr sz="2100"/>
            </a:pPr>
            <a:r>
              <a:t>The state-space tree shows the recursive search visually.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Backtracking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Start with row 1 and try each column.</a:t>
            </a:r>
          </a:p>
          <a:p>
            <a:pPr>
              <a:spcAft>
                <a:spcPts val="1200"/>
              </a:spcAft>
              <a:defRPr sz="2000"/>
            </a:pPr>
            <a:r>
              <a:t>Use isSafe() to check column and diagonal conflicts.</a:t>
            </a:r>
          </a:p>
          <a:p>
            <a:pPr>
              <a:spcAft>
                <a:spcPts val="1200"/>
              </a:spcAft>
              <a:defRPr sz="2000"/>
            </a:pPr>
            <a:r>
              <a:t>If a position is safe, place the queen and move to the next row.</a:t>
            </a:r>
          </a:p>
          <a:p>
            <a:pPr>
              <a:spcAft>
                <a:spcPts val="1200"/>
              </a:spcAft>
              <a:defRPr sz="2000"/>
            </a:pPr>
            <a:r>
              <a:t>If no position works, return to the previous row and change the previous placement.</a:t>
            </a:r>
          </a:p>
          <a:p>
            <a:pPr>
              <a:spcAft>
                <a:spcPts val="1200"/>
              </a:spcAft>
              <a:defRPr sz="2000"/>
            </a:pPr>
            <a:r>
              <a:t>When all four rows are filled, the solution is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Consolas"/>
              </a:defRPr>
            </a:pPr>
            <a:r>
              <a:t>NQueens(row)</a:t>
            </a:r>
            <a:br/>
            <a:r>
              <a:t>    if row == N:</a:t>
            </a:r>
            <a:br/>
            <a:r>
              <a:t>        print solution</a:t>
            </a:r>
            <a:br/>
            <a:r>
              <a:t>        return true</a:t>
            </a:r>
            <a:br/>
            <a:r>
              <a:t>    for col = 0 to N-1:</a:t>
            </a:r>
            <a:br/>
            <a:r>
              <a:t>        if isSafe(row, col):</a:t>
            </a:r>
            <a:br/>
            <a:r>
              <a:t>            place queen</a:t>
            </a:r>
            <a:br/>
            <a:r>
              <a:t>            if NQueens(row + 1):</a:t>
            </a:r>
            <a:br/>
            <a:r>
              <a:t>                return true</a:t>
            </a:r>
            <a:br/>
            <a:r>
              <a:t>            remove queen       // backtrack</a:t>
            </a:r>
            <a:br/>
            <a:r>
              <a:t>    return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State-Space Tree Visualization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Backtracking is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Each node represents a queen placement decision.</a:t>
            </a:r>
          </a:p>
          <a:p>
            <a:pPr>
              <a:spcAft>
                <a:spcPts val="1200"/>
              </a:spcAft>
              <a:defRPr sz="2100"/>
            </a:pPr>
            <a:r>
              <a:t>The tree expands one row at a time.</a:t>
            </a:r>
          </a:p>
          <a:p>
            <a:pPr>
              <a:spcAft>
                <a:spcPts val="1200"/>
              </a:spcAft>
              <a:defRPr sz="2100"/>
            </a:pPr>
            <a:r>
              <a:t>Red branches represent rejected or dead-end choices.</a:t>
            </a:r>
          </a:p>
          <a:p>
            <a:pPr>
              <a:spcAft>
                <a:spcPts val="1200"/>
              </a:spcAft>
              <a:defRPr sz="2100"/>
            </a:pPr>
            <a:r>
              <a:t>The algorithm returns to an earlier row when a branch cannot lead to a solution.</a:t>
            </a:r>
          </a:p>
          <a:p>
            <a:pPr>
              <a:spcAft>
                <a:spcPts val="1200"/>
              </a:spcAft>
              <a:defRPr sz="2100"/>
            </a:pPr>
            <a:r>
              <a:t>The green path highlights a complete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Sample Solution for N =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One solution is [1, 3, 0, 2] using zero-based column indexes.</a:t>
            </a:r>
          </a:p>
          <a:p>
            <a:pPr>
              <a:spcAft>
                <a:spcPts val="1200"/>
              </a:spcAft>
              <a:defRPr sz="2000"/>
            </a:pPr>
            <a:r>
              <a:t>Chessboard representation:</a:t>
            </a:r>
          </a:p>
          <a:p>
            <a:pPr>
              <a:spcAft>
                <a:spcPts val="1200"/>
              </a:spcAft>
              <a:defRPr sz="2000"/>
            </a:pPr>
            <a:r>
              <a:t>. Q . .</a:t>
            </a:r>
          </a:p>
          <a:p>
            <a:pPr>
              <a:spcAft>
                <a:spcPts val="1200"/>
              </a:spcAft>
              <a:defRPr sz="2000"/>
            </a:pPr>
            <a:r>
              <a:t>. . . Q</a:t>
            </a:r>
          </a:p>
          <a:p>
            <a:pPr>
              <a:spcAft>
                <a:spcPts val="1200"/>
              </a:spcAft>
              <a:defRPr sz="2000"/>
            </a:pPr>
            <a:r>
              <a:t>Q . . .</a:t>
            </a:r>
          </a:p>
          <a:p>
            <a:pPr>
              <a:spcAft>
                <a:spcPts val="1200"/>
              </a:spcAft>
              <a:defRPr sz="2000"/>
            </a:pPr>
            <a:r>
              <a:t>. . Q .</a:t>
            </a:r>
          </a:p>
          <a:p>
            <a:pPr>
              <a:spcAft>
                <a:spcPts val="1200"/>
              </a:spcAft>
              <a:defRPr sz="2000"/>
            </a:pPr>
            <a:r>
              <a:t>No two queens share a column or diagonal.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Prompt Used for AI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Visualize the state space tree for the N-Queens problem with N=4 using backtracking.</a:t>
            </a:r>
            <a:br/>
            <a:r>
              <a:t>Show the root and row-by-row queen placements. Mark invalid/rejected branches in red,</a:t>
            </a:r>
            <a:br/>
            <a:r>
              <a:t>show the explored solution path in green, and clearly indicate where backtracking occurs.</a:t>
            </a:r>
            <a:br/>
            <a:r>
              <a:t>Label nodes using row and column positions such as R1:C2. Highlight one complete solution.</a:t>
            </a:r>
            <a:br/>
            <a:r>
              <a:t>Create a clean academic DAA visualization suitable for a project report and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Complexity and Learning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Worst-case search is commonly expressed as O(N!) for straightforward backtracking.</a:t>
            </a:r>
          </a:p>
          <a:p>
            <a:pPr>
              <a:spcAft>
                <a:spcPts val="1200"/>
              </a:spcAft>
              <a:defRPr sz="1900"/>
            </a:pPr>
            <a:r>
              <a:t>The safety check in this implementation takes O(N) per attempted placement.</a:t>
            </a:r>
          </a:p>
          <a:p>
            <a:pPr>
              <a:spcAft>
                <a:spcPts val="1200"/>
              </a:spcAft>
              <a:defRPr sz="1900"/>
            </a:pPr>
            <a:r>
              <a:t>Backtracking reduces unnecessary exploration by pruning invalid choices.</a:t>
            </a:r>
          </a:p>
          <a:p>
            <a:pPr>
              <a:spcAft>
                <a:spcPts val="1200"/>
              </a:spcAft>
              <a:defRPr sz="1900"/>
            </a:pPr>
            <a:r>
              <a:t>Learned recursive problem solving and state-space representation.</a:t>
            </a:r>
          </a:p>
          <a:p>
            <a:pPr>
              <a:spcAft>
                <a:spcPts val="1200"/>
              </a:spcAft>
              <a:defRPr sz="1900"/>
            </a:pPr>
            <a:r>
              <a:t>Learned how AI-generated visualizations can explain algorithm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N-Queens problem demonstrates the core idea of backtracking.</a:t>
            </a:r>
          </a:p>
          <a:p>
            <a:pPr>
              <a:spcAft>
                <a:spcPts val="1200"/>
              </a:spcAft>
              <a:defRPr sz="2100"/>
            </a:pPr>
            <a:r>
              <a:t>A solution is built incrementally while invalid choices are rejected early.</a:t>
            </a:r>
          </a:p>
          <a:p>
            <a:pPr>
              <a:spcAft>
                <a:spcPts val="1200"/>
              </a:spcAft>
              <a:defRPr sz="2100"/>
            </a:pPr>
            <a:r>
              <a:t>The state-space tree makes recursive exploration and backtracking easy to understand.</a:t>
            </a:r>
          </a:p>
          <a:p>
            <a:pPr>
              <a:spcAft>
                <a:spcPts val="1200"/>
              </a:spcAft>
              <a:defRPr sz="2100"/>
            </a:pPr>
            <a:r>
              <a:t>This project combines algorithm implementation, visualization, and GitHub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